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29184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64592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3E5FC"/>
                </a:solidFill>
              </a:defRPr>
            </a:pPr>
            <a:r>
              <a:t>QA &amp; UX EVALUATION REPORT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LogicLike: ABC &amp; Math</a:t>
            </a:r>
          </a:p>
          <a:p>
            <a:pPr>
              <a:defRPr sz="1800">
                <a:solidFill>
                  <a:srgbClr val="E3F2FD"/>
                </a:solidFill>
              </a:defRPr>
            </a:pPr>
            <a:r>
              <a:t>Interactive Logic Puzzles, Confetti FX, Word-PIN Gate &amp; Audio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12064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BDEFB"/>
                </a:solidFill>
              </a:defRPr>
            </a:pPr>
            <a:r>
              <a:t>Package: com.logicappkids  |  Device: Vivo V2153 (Android 14)  |  Resolution: 2400×1080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APPLICATION PROFILE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Executive Overview &amp; App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565C0"/>
                </a:solidFill>
              </a:defRPr>
            </a:pPr>
            <a:r>
              <a:t>Product Details &amp; Target Audience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Game Name: </a:t>
            </a:r>
            <a:r>
              <a:rPr b="0">
                <a:solidFill>
                  <a:srgbClr val="546E7A"/>
                </a:solidFill>
              </a:rPr>
              <a:t>LogicLike: ABC &amp; Math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Developer: </a:t>
            </a:r>
            <a:r>
              <a:rPr b="0">
                <a:solidFill>
                  <a:srgbClr val="546E7A"/>
                </a:solidFill>
              </a:rPr>
              <a:t>LogicLike Educational Games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Package Identifier: </a:t>
            </a:r>
            <a:r>
              <a:rPr b="0">
                <a:solidFill>
                  <a:srgbClr val="546E7A"/>
                </a:solidFill>
              </a:rPr>
              <a:t>com.logicappkids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Target Demographic: </a:t>
            </a:r>
            <a:r>
              <a:rPr b="0">
                <a:solidFill>
                  <a:srgbClr val="546E7A"/>
                </a:solidFill>
              </a:rPr>
              <a:t>Ages 4–12 (Early Logic, Math &amp; Spatial Reasoning)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Curriculum Scope: </a:t>
            </a:r>
            <a:r>
              <a:rPr b="0">
                <a:solidFill>
                  <a:srgbClr val="546E7A"/>
                </a:solidFill>
              </a:rPr>
              <a:t>3D Puzzles, Math, Spatial deduction, Word riddles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Core Architecture: </a:t>
            </a:r>
            <a:r>
              <a:rPr b="0">
                <a:solidFill>
                  <a:srgbClr val="546E7A"/>
                </a:solidFill>
              </a:rPr>
              <a:t>High-performance native client with custom vector/2D rendering engine and dynamic portrait-landscape switcher.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8E24AA"/>
                </a:solidFill>
              </a:defRPr>
            </a:pPr>
            <a:r>
              <a:t>Core Strengths &amp; UX Highlights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Exceptional Reward FX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Vibrant multi-colored star confetti particles burst upon completion with energetic sound cues (+4 ⭐).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Built-in Voice Assistance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Persistent speaker button on every puzzle reads instructions aloud, empowering non-reading kids.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Word-PIN Parental Protection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Presents written English numbers ('THREE FIVE SIX') with numeric keypad, requiring adult comprehension.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Clear Navigation &amp; Dismissals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Uniform Close 'X' icons allow friction-free exits from paywalls, puzzles, and feedback dialogs.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Adaptive Onboarding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Starts in mobile-natural Portrait mode before transitioning to Landscape for puzzle manipulation.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EVALUATION MATRIX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Comprehensive QA Parameter Checklist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2011680"/>
                <a:gridCol w="484632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Evaluation Parameter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Visual Reference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Key QA Findings</a:t>
                      </a:r>
                    </a:p>
                  </a:txBody>
                  <a:tcPr>
                    <a:solidFill>
                      <a:srgbClr val="1565C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Splash Screen &amp; Launch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01_portrait_welcome_splash.png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Animated mascot video preview with clear 'Get Started' call-to-action.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Portrait Onboarding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02_onboarding_next_continue.png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Vertical step-by-step age and goal configuration wizard.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Paywall Close 'X'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03_paywall_close_x.png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High-contrast 'X' in top-left allows immediate dismissal without entrapment.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Landscape Learning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04_landscape_learning_hub.png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Smooth rotation to Landscape (2400×1080) for wide course selection.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Parental Word-PIN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05_parental_pin_gate.png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English word prompt ('THREE FIVE SIX') protects account &amp; settings.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Audio / Music Toggle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65100"/>
                          </a:solidFill>
                        </a:defRPr>
                      </a:pPr>
                      <a:r>
                        <a:t>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06_audio_settings_music.png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Parent settings provide master 'Music' toggle on/off switch.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Voice Replay &amp; Close Buttons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07_gameplay_close_voice_buttons.png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Bottom-left audio replay speaker and top-left exit button in puzzle view.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Onboarding &amp; Setup Flow (Portrait)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portrait_welcome_sp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454" y="1600200"/>
            <a:ext cx="160477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01. Dynamic Welcome Splash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Live mascot video demonstration with primary 'Get Started'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onboarding_next_conti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574" y="1600200"/>
            <a:ext cx="1604772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02. Step-by-Step Onboarding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Age selection wizard with progress bar and accessible 'Continue' button.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Subscription Dismissal &amp; Course 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paywall_clos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454" y="1600200"/>
            <a:ext cx="160477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03. Paywall with Dismiss 'X'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Transparent subscription modal with prominent close icon.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landscape_learning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2858"/>
            <a:ext cx="4846320" cy="2180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04. Landscape Curriculum Track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Expansive horizontal course map displaying chapters and star tiers.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Parental Word-PIN &amp; Music Settings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parental_pin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13432"/>
            <a:ext cx="4754880" cy="2139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05. Parental Word-PIN Challenge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Security keypad requiring reading of word numbers ('THREE FIVE SIX').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audio_settings_mu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574" y="1600200"/>
            <a:ext cx="1604772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06. Background Music Toggle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Parent preferences toggle for disabling ambient soundtrack.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Puzzle Voice, Star Confetti &amp; Exit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ameplay_close_voice_butt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04338"/>
            <a:ext cx="3017520" cy="13578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07. Voice Speaker &amp; Close 'X'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In-game audio prompt button to repeat instructions aloud.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score_stars_confe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704338"/>
            <a:ext cx="3017520" cy="13578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521208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08. Confetti &amp; Star Score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Explosion of colorful star confetti rewarding +4 ⭐.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xit_close_mo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704338"/>
            <a:ext cx="3017520" cy="13578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521208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09. Exit Feedback Modal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Friendly feedback modal with prominent close 'X'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STRATEGIC RECOMMENDATIONS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Key Recommendations &amp; QA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C62828"/>
                </a:solidFill>
              </a:defRPr>
            </a:pPr>
            <a:r>
              <a:t>Identified UX &amp; Localization Opportunities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Multilingual Parental PIN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Parental challenge displays English words ('THREE FIVE SIX'). Supporting regional languages (Hindi, etc.) or mathematical operations would benefit non-English speaking parents.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Direct In-Puzzle Mute Toggle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While music can be toggled in parent settings, an in-game sound toggle alongside the voice replay speaker would give immediate volume control.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Confetti Particle Duration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Celebratory confetti animation is visually spectacular but could allow instant tap-to-skip for rapid puzzle solvers.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E7D32"/>
                </a:solidFill>
              </a:defRPr>
            </a:pPr>
            <a:r>
              <a:t>Final QA Verdict</a:t>
            </a:r>
          </a:p>
          <a:p>
            <a:pPr>
              <a:defRPr b="1" sz="1300">
                <a:solidFill>
                  <a:srgbClr val="2E7D32"/>
                </a:solidFill>
              </a:defRPr>
            </a:pPr>
            <a:r>
              <a:t>STATUS: CERTIFIED CHILD-READY (PREMIUM UX)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LogicLike exhibits best-in-class visual polish, high-frame-rate animations, and child accessibility.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Clear audio guidance ensures pre-literate children can independently solve reasoning puzzles.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Zero dark UX patterns: paywalls and dialogs feature prominent, unmistakable close 'X' buttons.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Star score (+4 ⭐) and confetti particles deliver immediate positive dopamine feedback.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