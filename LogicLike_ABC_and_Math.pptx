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29184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3E5FC"/>
                </a:solidFill>
              </a:defRPr>
            </a:pPr>
            <a:r>
              <a:t>QA &amp; UX TECHNICAL STATUS AUDIT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LogicLike: ABC &amp; Math</a:t>
            </a:r>
          </a:p>
          <a:p>
            <a:pPr>
              <a:defRPr sz="1700">
                <a:solidFill>
                  <a:srgbClr val="E3F2FD"/>
                </a:solidFill>
              </a:defRPr>
            </a:pPr>
            <a:r>
              <a:t>Detailed Screen-by-Screen QA Status, Star Confetti FX, Word-PIN Gate &amp; UI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12064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BDEFB"/>
                </a:solidFill>
              </a:defRPr>
            </a:pPr>
            <a:r>
              <a:t>Package: com.logicappkids  |  Device: Vivo V2153 (Android 14)  |  Display: 1080×2400 (Portrait) / 2400×1080 (Landscape)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8909C"/>
                </a:solidFill>
              </a:defRPr>
            </a:pPr>
            <a:r>
              <a:t>TECHNICAL VERIFICATION MATRIX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Complete QA Parameter &amp; Status Checklist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2011680"/>
                <a:gridCol w="4846320"/>
              </a:tblGrid>
              <a:tr h="605790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Evaluation 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Visual Reference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Exact Technical Verification Details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Splash Screen &amp; Video Launch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E7D32"/>
                          </a:solidFill>
                        </a:defRPr>
                      </a:pPr>
                      <a:r>
                        <a:t>PASS (VERIFIED)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01_portrait_welcome_splash.png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High-fps video demonstration splash with 'Get Started' and 'Sign in' buttons.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Portrait Onboarding 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E7D32"/>
                          </a:solidFill>
                        </a:defRPr>
                      </a:pPr>
                      <a:r>
                        <a:t>PASS (ACTIVE)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02_onboarding_next_continue.png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Step-by-step age selection wizard in Portrait mode (1080×2400) with Continue button.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Paywall Close ('✕')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E7D32"/>
                          </a:solidFill>
                        </a:defRPr>
                      </a:pPr>
                      <a:r>
                        <a:t>PASS (PRESENT)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03_paywall_close_x.png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Prominent white '✕' button at top-left allows immediate paywall dismissal.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Landscape Learning 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E7D32"/>
                          </a:solidFill>
                        </a:defRPr>
                      </a:pPr>
                      <a:r>
                        <a:t>PASS (LOCKED)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04_landscape_learning_hub.png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Automatically rotates to Landscape (2400×1080) for expansive course curriculum.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Parental Word-PIN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E7D32"/>
                          </a:solidFill>
                        </a:defRPr>
                      </a:pPr>
                      <a:r>
                        <a:t>PASS (SECURE)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05_parental_pin_gate.png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English number prompt ('THREE FIVE SIX') with numeric keypad and cancel button.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Audio Settings (Music Toggle)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E7D32"/>
                          </a:solidFill>
                        </a:defRPr>
                      </a:pPr>
                      <a:r>
                        <a:t>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06_audio_settings_music.png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Parent Settings provides dedicated 'Music' binary ON/OFF switch toggle.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Voice Replay, Score &amp; Confetti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E7D32"/>
                          </a:solidFill>
                        </a:defRPr>
                      </a:pPr>
                      <a:r>
                        <a:t>PASS (ACTIVE)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07 &amp; 08.png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Voice speaker button reads instructions; +4 ⭐ score with animated multi-color star confetti.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8909C"/>
                </a:solidFill>
              </a:defRPr>
            </a:pPr>
            <a:r>
              <a:t>VISUAL EVIDENCE &amp; STATUS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Screen Status Detail: Welcome Splash &amp; Setup Onboarding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portrait_welcome_sp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342" y="1508760"/>
            <a:ext cx="1110996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023360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212121"/>
                </a:solidFill>
              </a:defRPr>
            </a:pPr>
            <a:r>
              <a:t>Image 01: Welcome Splash &amp; Demonstration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Status: PASS (VERIFIED)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Orientation: </a:t>
            </a:r>
            <a:r>
              <a:rPr b="0">
                <a:solidFill>
                  <a:srgbClr val="546E7A"/>
                </a:solidFill>
              </a:rPr>
              <a:t>Portrait (1080×2400)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UI Elements: </a:t>
            </a:r>
            <a:r>
              <a:rPr b="0">
                <a:solidFill>
                  <a:srgbClr val="546E7A"/>
                </a:solidFill>
              </a:rPr>
              <a:t>Branded video demo, 'Get Started' primary button, 'Sign in' secondary button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Technical Behavior: </a:t>
            </a:r>
            <a:r>
              <a:rPr b="0">
                <a:solidFill>
                  <a:srgbClr val="546E7A"/>
                </a:solidFill>
              </a:rPr>
              <a:t>Loops high-resolution gameplay preview video seamlessly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Audio State: </a:t>
            </a:r>
            <a:r>
              <a:rPr b="0">
                <a:solidFill>
                  <a:srgbClr val="546E7A"/>
                </a:solidFill>
              </a:rPr>
              <a:t>Intro audio cues active with clear narration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Stability: </a:t>
            </a:r>
            <a:r>
              <a:rPr b="0">
                <a:solidFill>
                  <a:srgbClr val="546E7A"/>
                </a:solidFill>
              </a:rPr>
              <a:t>Zero launch crashes, instantaneous transition to onboarding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onboarding_next_conti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462" y="1508760"/>
            <a:ext cx="1110996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023360"/>
            <a:ext cx="48463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212121"/>
                </a:solidFill>
              </a:defRPr>
            </a:pPr>
            <a:r>
              <a:t>Image 02: Onboarding Setup Wizard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Status: PASS (ACTIVE WIZARD)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Orientation: </a:t>
            </a:r>
            <a:r>
              <a:rPr b="0">
                <a:solidFill>
                  <a:srgbClr val="546E7A"/>
                </a:solidFill>
              </a:rPr>
              <a:t>Portrait (1080×2400)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UI Elements: </a:t>
            </a:r>
            <a:r>
              <a:rPr b="0">
                <a:solidFill>
                  <a:srgbClr val="546E7A"/>
                </a:solidFill>
              </a:rPr>
              <a:t>Top progress bar with mascot icon, age selector chips, prominent 'Continue' button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Interaction Flow: </a:t>
            </a:r>
            <a:r>
              <a:rPr b="0">
                <a:solidFill>
                  <a:srgbClr val="546E7A"/>
                </a:solidFill>
              </a:rPr>
              <a:t>Single-tap age selection automatically activates the green Continue button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Accessibility: </a:t>
            </a:r>
            <a:r>
              <a:rPr b="0">
                <a:solidFill>
                  <a:srgbClr val="546E7A"/>
                </a:solidFill>
              </a:rPr>
              <a:t>High-contrast text and oversized interactive buttons for parental ease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Navigation: </a:t>
            </a:r>
            <a:r>
              <a:rPr b="0">
                <a:solidFill>
                  <a:srgbClr val="546E7A"/>
                </a:solidFill>
              </a:rPr>
              <a:t>Back arrow available at top-left for revising selections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8909C"/>
                </a:solidFill>
              </a:defRPr>
            </a:pPr>
            <a:r>
              <a:t>VISUAL EVIDENCE &amp; STATUS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Screen Status Detail: Paywall Close 'X' &amp; Landscape Course Hub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paywall_close_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342" y="1508760"/>
            <a:ext cx="1110996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023360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212121"/>
                </a:solidFill>
              </a:defRPr>
            </a:pPr>
            <a:r>
              <a:t>Image 03: Subscription Paywall Modal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Status: PASS (CLEAR DISMISS '✕')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Orientation: </a:t>
            </a:r>
            <a:r>
              <a:rPr b="0">
                <a:solidFill>
                  <a:srgbClr val="546E7A"/>
                </a:solidFill>
              </a:rPr>
              <a:t>Portrait (1080×2400) modal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Dismiss Button: </a:t>
            </a:r>
            <a:r>
              <a:rPr b="0">
                <a:solidFill>
                  <a:srgbClr val="546E7A"/>
                </a:solidFill>
              </a:rPr>
              <a:t>High-contrast circular '✕' button explicitly placed at top-left corner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No Dark Pattern: </a:t>
            </a:r>
            <a:r>
              <a:rPr b="0">
                <a:solidFill>
                  <a:srgbClr val="546E7A"/>
                </a:solidFill>
              </a:rPr>
              <a:t>User is never trapped; tapping '✕' instantly dismisses paywall to main hub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UI Elements: </a:t>
            </a:r>
            <a:r>
              <a:rPr b="0">
                <a:solidFill>
                  <a:srgbClr val="546E7A"/>
                </a:solidFill>
              </a:rPr>
              <a:t>Plan pricing cards, 'Start Free Trial' button, terms links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Audio State: </a:t>
            </a:r>
            <a:r>
              <a:rPr b="0">
                <a:solidFill>
                  <a:srgbClr val="546E7A"/>
                </a:solidFill>
              </a:rPr>
              <a:t>Background music continues softly in background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landscape_learning_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52778"/>
            <a:ext cx="4846320" cy="21808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023360"/>
            <a:ext cx="48463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212121"/>
                </a:solidFill>
              </a:defRPr>
            </a:pPr>
            <a:r>
              <a:t>Image 04: Main Curriculum Track Hub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Status: PASS (LOCKED LANDSCAPE)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Orientation: </a:t>
            </a:r>
            <a:r>
              <a:rPr b="0">
                <a:solidFill>
                  <a:srgbClr val="546E7A"/>
                </a:solidFill>
              </a:rPr>
              <a:t>Landscape (2400×1080 locked)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Rotation Trigger: </a:t>
            </a:r>
            <a:r>
              <a:rPr b="0">
                <a:solidFill>
                  <a:srgbClr val="546E7A"/>
                </a:solidFill>
              </a:rPr>
              <a:t>Automatically rotates when exiting onboarding and entering learning tracks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UI Elements: </a:t>
            </a:r>
            <a:r>
              <a:rPr b="0">
                <a:solidFill>
                  <a:srgbClr val="546E7A"/>
                </a:solidFill>
              </a:rPr>
              <a:t>Course islands, star counter badge, chapter nodes, bottom navigation bar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Ergonomics: </a:t>
            </a:r>
            <a:r>
              <a:rPr b="0">
                <a:solidFill>
                  <a:srgbClr val="546E7A"/>
                </a:solidFill>
              </a:rPr>
              <a:t>Designed for two-handed tablet or smartphone landscape play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Audio State: </a:t>
            </a:r>
            <a:r>
              <a:rPr b="0">
                <a:solidFill>
                  <a:srgbClr val="546E7A"/>
                </a:solidFill>
              </a:rPr>
              <a:t>Gentle, repetitive logic puzzle soundtrack playing smoothly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8909C"/>
                </a:solidFill>
              </a:defRPr>
            </a:pPr>
            <a:r>
              <a:t>VISUAL EVIDENCE &amp; STATUS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Screen Status Detail: Parental Word-PIN Gate &amp; Music Settings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parental_pin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73352"/>
            <a:ext cx="4754880" cy="21396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023360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212121"/>
                </a:solidFill>
              </a:defRPr>
            </a:pPr>
            <a:r>
              <a:t>Image 05: Parental Word-PIN Security Gate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Status: PASS (SECURE PIN)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Orientation: </a:t>
            </a:r>
            <a:r>
              <a:rPr b="0">
                <a:solidFill>
                  <a:srgbClr val="546E7A"/>
                </a:solidFill>
              </a:rPr>
              <a:t>Portrait (1080×2400) overlay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Security Mechanism: </a:t>
            </a:r>
            <a:r>
              <a:rPr b="0">
                <a:solidFill>
                  <a:srgbClr val="546E7A"/>
                </a:solidFill>
              </a:rPr>
              <a:t>Written English word-digits challenge ('THREE FIVE SIX')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UI Elements: </a:t>
            </a:r>
            <a:r>
              <a:rPr b="0">
                <a:solidFill>
                  <a:srgbClr val="546E7A"/>
                </a:solidFill>
              </a:rPr>
              <a:t>Full 0–9 numeric keypad, Cancel button, 3 digit entry boxes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Protection Scope: </a:t>
            </a:r>
            <a:r>
              <a:rPr b="0">
                <a:solidFill>
                  <a:srgbClr val="546E7A"/>
                </a:solidFill>
              </a:rPr>
              <a:t>Protects Parent Zone, purchases, and account preferences from children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Validation: </a:t>
            </a:r>
            <a:r>
              <a:rPr b="0">
                <a:solidFill>
                  <a:srgbClr val="546E7A"/>
                </a:solidFill>
              </a:rPr>
              <a:t>Entering correct code (3-5-6) unlocks settings instantly; wrong entry clears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audio_settings_mus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462" y="1508760"/>
            <a:ext cx="1110996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023360"/>
            <a:ext cx="48463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212121"/>
                </a:solidFill>
              </a:defRPr>
            </a:pPr>
            <a:r>
              <a:t>Image 06: Audio &amp; Music Settings Menu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Status: AVAILABLE (TOGGLE ACTIVE)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Location: </a:t>
            </a:r>
            <a:r>
              <a:rPr b="0">
                <a:solidFill>
                  <a:srgbClr val="546E7A"/>
                </a:solidFill>
              </a:rPr>
              <a:t>Parent Settings &gt; Sound Preferences (Portrait 1080×2400)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Control Type: </a:t>
            </a:r>
            <a:r>
              <a:rPr b="0">
                <a:solidFill>
                  <a:srgbClr val="546E7A"/>
                </a:solidFill>
              </a:rPr>
              <a:t>Dedicated 'Music' binary toggle switch (ON / OFF)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Behavior: </a:t>
            </a:r>
            <a:r>
              <a:rPr b="0">
                <a:solidFill>
                  <a:srgbClr val="546E7A"/>
                </a:solidFill>
              </a:rPr>
              <a:t>Disables background instrumental soundtrack globally across all activities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Voice Independence: </a:t>
            </a:r>
            <a:r>
              <a:rPr b="0">
                <a:solidFill>
                  <a:srgbClr val="546E7A"/>
                </a:solidFill>
              </a:rPr>
              <a:t>Voice instructions remain functional even when music is toggled off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Persistence: </a:t>
            </a:r>
            <a:r>
              <a:rPr b="0">
                <a:solidFill>
                  <a:srgbClr val="546E7A"/>
                </a:solidFill>
              </a:rPr>
              <a:t>Settings stored in app local database across restarts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8909C"/>
                </a:solidFill>
              </a:defRPr>
            </a:pPr>
            <a:r>
              <a:t>VISUAL EVIDENCE &amp; STATUS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Screen Status Detail: Voice Replay &amp; Star Confetti Particles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_gameplay_close_voice_butt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73352"/>
            <a:ext cx="4754880" cy="21396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023360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212121"/>
                </a:solidFill>
              </a:defRPr>
            </a:pPr>
            <a:r>
              <a:t>Image 07: Gameplay Voice Speaker &amp; Close 'X'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Status: PASS (ACTIVE ASSISTANCE)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Orientation: </a:t>
            </a:r>
            <a:r>
              <a:rPr b="0">
                <a:solidFill>
                  <a:srgbClr val="546E7A"/>
                </a:solidFill>
              </a:rPr>
              <a:t>Landscape (2400×1080)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Voice Speaker: </a:t>
            </a:r>
            <a:r>
              <a:rPr b="0">
                <a:solidFill>
                  <a:srgbClr val="546E7A"/>
                </a:solidFill>
              </a:rPr>
              <a:t>Circular blue speaker icon in bottom-left re-reads puzzle prompt aloud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Close Button: </a:t>
            </a:r>
            <a:r>
              <a:rPr b="0">
                <a:solidFill>
                  <a:srgbClr val="546E7A"/>
                </a:solidFill>
              </a:rPr>
              <a:t>White circular '✕' button at top-left allows immediate exit from puzzle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Accessibility: </a:t>
            </a:r>
            <a:r>
              <a:rPr b="0">
                <a:solidFill>
                  <a:srgbClr val="546E7A"/>
                </a:solidFill>
              </a:rPr>
              <a:t>Allows pre-literate children to solve complex logic without adult help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Responsiveness: </a:t>
            </a:r>
            <a:r>
              <a:rPr b="0">
                <a:solidFill>
                  <a:srgbClr val="546E7A"/>
                </a:solidFill>
              </a:rPr>
              <a:t>Tapping speaker instantly replays clear verbal instruction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score_stars_confet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52778"/>
            <a:ext cx="4846320" cy="21808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023360"/>
            <a:ext cx="48463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212121"/>
                </a:solidFill>
              </a:defRPr>
            </a:pPr>
            <a:r>
              <a:t>Image 08: Star Confetti Particles &amp; Score Reward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Status: PASS (VERIFIED REWARD FX)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Reward Type: </a:t>
            </a:r>
            <a:r>
              <a:rPr b="0">
                <a:solidFill>
                  <a:srgbClr val="546E7A"/>
                </a:solidFill>
              </a:rPr>
              <a:t>Immediate numerical score boost ('+4 ⭐') with golden halo glow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Particle Effect: </a:t>
            </a:r>
            <a:r>
              <a:rPr b="0">
                <a:solidFill>
                  <a:srgbClr val="546E7A"/>
                </a:solidFill>
              </a:rPr>
              <a:t>Multi-colored animated star confetti shower (blue, yellow, purple, cyan)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Audio Cue: </a:t>
            </a:r>
            <a:r>
              <a:rPr b="0">
                <a:solidFill>
                  <a:srgbClr val="546E7A"/>
                </a:solidFill>
              </a:rPr>
              <a:t>Pleasant chime sound effect triggers upon correct solution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No Failure Screen: </a:t>
            </a:r>
            <a:r>
              <a:rPr b="0">
                <a:solidFill>
                  <a:srgbClr val="546E7A"/>
                </a:solidFill>
              </a:rPr>
              <a:t>Incorrect answers gently guide the child to re-try without penalty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Visual Polish: </a:t>
            </a:r>
            <a:r>
              <a:rPr b="0">
                <a:solidFill>
                  <a:srgbClr val="546E7A"/>
                </a:solidFill>
              </a:rPr>
              <a:t>Smooth 60fps physics-based confetti particle dispersal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8909C"/>
                </a:solidFill>
              </a:defRPr>
            </a:pPr>
            <a:r>
              <a:t>VISUAL EVIDENCE &amp; STATUS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Screen Status Detail: Exit Modal &amp; Navigation Feedback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_exit_close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73352"/>
            <a:ext cx="4754880" cy="21396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023360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212121"/>
                </a:solidFill>
              </a:defRPr>
            </a:pPr>
            <a:r>
              <a:t>Image 09: Exit Confirmation &amp; Feedback Modal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Status: PASS (FRIENDLY DISMISS)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Orientation: </a:t>
            </a:r>
            <a:r>
              <a:rPr b="0">
                <a:solidFill>
                  <a:srgbClr val="546E7A"/>
                </a:solidFill>
              </a:rPr>
              <a:t>Landscape (2400×1080) overlay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Trigger: </a:t>
            </a:r>
            <a:r>
              <a:rPr b="0">
                <a:solidFill>
                  <a:srgbClr val="546E7A"/>
                </a:solidFill>
              </a:rPr>
              <a:t>Tapping the top-left '✕' button during active gameplay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UI Elements: </a:t>
            </a:r>
            <a:r>
              <a:rPr b="0">
                <a:solidFill>
                  <a:srgbClr val="546E7A"/>
                </a:solidFill>
              </a:rPr>
              <a:t>Coral-red top-right '✕' button, feedback rating stars, 'Leave' action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Safety Check: </a:t>
            </a:r>
            <a:r>
              <a:rPr b="0">
                <a:solidFill>
                  <a:srgbClr val="546E7A"/>
                </a:solidFill>
              </a:rPr>
              <a:t>Prevents accidental loss of puzzle progress on unintended touches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Dismissal: </a:t>
            </a:r>
            <a:r>
              <a:rPr b="0">
                <a:solidFill>
                  <a:srgbClr val="546E7A"/>
                </a:solidFill>
              </a:rPr>
              <a:t>Tapping '✕' immediately returns child to active puzzle without state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565C0"/>
                </a:solidFill>
              </a:defRPr>
            </a:pPr>
            <a:r>
              <a:t>LOGICLIKE: ABC &amp; MATH — AUDIT SUMMARY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✔  Orientation Model: </a:t>
            </a:r>
            <a:r>
              <a:rPr b="0">
                <a:solidFill>
                  <a:srgbClr val="37474F"/>
                </a:solidFill>
              </a:rPr>
              <a:t>Adaptive Hybrid. Launch, onboarding, paywalls &amp; settings run in Portrait (1080×2400). Main curriculum tracks and puzzles run in Landscape (2400×1080).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✔  Parental Security: </a:t>
            </a:r>
            <a:r>
              <a:rPr b="0">
                <a:solidFill>
                  <a:srgbClr val="37474F"/>
                </a:solidFill>
              </a:rPr>
              <a:t>Word-PIN challenge ('THREE FIVE SIX') successfully prevents child bypass into subscription or settings.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✔  Audio Architecture: </a:t>
            </a:r>
            <a:r>
              <a:rPr b="0">
                <a:solidFill>
                  <a:srgbClr val="37474F"/>
                </a:solidFill>
              </a:rPr>
              <a:t>Dedicated 'Music' toggle in settings; independent in-game voice replay speaker on all puzzles.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✔  Navigation Quality: </a:t>
            </a:r>
            <a:r>
              <a:rPr b="0">
                <a:solidFill>
                  <a:srgbClr val="37474F"/>
                </a:solidFill>
              </a:rPr>
              <a:t>Zero dark traps. Every overlay (paywall, puzzle, exit dialog) has an explicit '✕' button.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✔  Celebration FX: </a:t>
            </a:r>
            <a:r>
              <a:rPr b="0">
                <a:solidFill>
                  <a:srgbClr val="37474F"/>
                </a:solidFill>
              </a:rPr>
              <a:t>High-fidelity confetti particle shower and immediate +4 ⭐ reward feedback upon puzzle completion.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