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29184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9601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B300"/>
                </a:solidFill>
              </a:defRPr>
            </a:pPr>
            <a:r>
              <a:t>QA &amp; UX TECHNICAL STATUS AUDIT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Little Singham: Play &amp; Learn</a:t>
            </a:r>
          </a:p>
          <a:p>
            <a:pPr>
              <a:defRPr sz="1700">
                <a:solidFill>
                  <a:srgbClr val="CFD8DC"/>
                </a:solidFill>
              </a:defRPr>
            </a:pPr>
            <a:r>
              <a:t>Detailed Screen-by-Screen QA Status, Orientation, Audio Controls &amp; Flow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12064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0BEC5"/>
                </a:solidFill>
              </a:defRPr>
            </a:pPr>
            <a:r>
              <a:t>Package: com.ct.littlesingham  |  Device: Vivo V2153 (Android 14)  |  Display: 2400×1080 (Landscape) / 1080×2400 (Portrait)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8909C"/>
                </a:solidFill>
              </a:defRPr>
            </a:pPr>
            <a:r>
              <a:t>TECHNICAL VERIFICATION MATRIX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Complete QA Parameter &amp; Status Checklist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371600"/>
                <a:gridCol w="2011680"/>
                <a:gridCol w="4846320"/>
              </a:tblGrid>
              <a:tr h="605790"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</a:defRPr>
                      </a:pPr>
                      <a:r>
                        <a:t>Evaluation Parameter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</a:defRPr>
                      </a:pPr>
                      <a:r>
                        <a:t>Visual Reference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</a:defRPr>
                      </a:pPr>
                      <a:r>
                        <a:t>Exact Technical Verification Details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Splash Screen / Launch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E7D32"/>
                          </a:solidFill>
                        </a:defRPr>
                      </a:pPr>
                      <a:r>
                        <a:t>PASS (VERIFIED)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01_splash_loading.png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Animated branding with dynamic progress bar. App initialized with 0 crashes.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Landscape Mode (Gameplay)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E7D32"/>
                          </a:solidFill>
                        </a:defRPr>
                      </a:pPr>
                      <a:r>
                        <a:t>PASS (LOCKED)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02_landscape_main_hub.png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Main child hub and all activities run locked in 2400×1080 Landscape orientation.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Parental Gate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E7D32"/>
                          </a:solidFill>
                        </a:defRPr>
                      </a:pPr>
                      <a:r>
                        <a:t>PASS (SECURE)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03_parental_math_gate.png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Randomized arithmetic puzzle (e.g. 55 + 6 = 61) protects parent and account zone.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Dynamic Portrait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E7D32"/>
                          </a:solidFill>
                        </a:defRPr>
                      </a:pPr>
                      <a:r>
                        <a:t>PASS (DYNAMIC)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04_portrait_parent_home.png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System dynamically rotates screen to 1080×2400 Portrait upon parent zone entry.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Audio Settings (BGM Toggle)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E7D32"/>
                          </a:solidFill>
                        </a:defRPr>
                      </a:pPr>
                      <a:r>
                        <a:t>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05_audio_settings_bgm.png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Parent Preferences menu provides dedicated Background Music ON/OFF toggle.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Gameplay Audio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E7D32"/>
                          </a:solidFill>
                        </a:defRPr>
                      </a:pPr>
                      <a:r>
                        <a:t>PASS (ACTIVE)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07_in_game_audio_mute.png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Dedicated one-tap speaker icon switches directly between unmuted and muted (✕).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Navigation &amp; Level Stars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E7D32"/>
                          </a:solidFill>
                        </a:defRPr>
                      </a:pPr>
                      <a:r>
                        <a:t>PASS (ACTIVE)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06 &amp; 08.png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7474F"/>
                          </a:solidFill>
                        </a:defRPr>
                      </a:pPr>
                      <a:r>
                        <a:t>Clear top-left '&lt;' back button and vertical 1–3 star level progress tube.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8909C"/>
                </a:solidFill>
              </a:defRPr>
            </a:pPr>
            <a:r>
              <a:t>VISUAL EVIDENCE &amp; STATUS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Screen Status Detail: Launch Screen &amp; Main Child Hub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splash_lo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73352"/>
            <a:ext cx="4754880" cy="21396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023360"/>
            <a:ext cx="47548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300">
                <a:solidFill>
                  <a:srgbClr val="212121"/>
                </a:solidFill>
              </a:defRPr>
            </a:pPr>
            <a:r>
              <a:t>Image 01: Splash Screen &amp; Loading Progress</a:t>
            </a:r>
          </a:p>
          <a:p>
            <a:pPr>
              <a:defRPr b="1" sz="1100">
                <a:solidFill>
                  <a:srgbClr val="2E7D32"/>
                </a:solidFill>
              </a:defRPr>
            </a:pPr>
            <a:r>
              <a:t>Status: PASS (VERIFIED)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Orientation: </a:t>
            </a:r>
            <a:r>
              <a:rPr b="0">
                <a:solidFill>
                  <a:srgbClr val="546E7A"/>
                </a:solidFill>
              </a:rPr>
              <a:t>Landscape (2400×1080)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UI Elements: </a:t>
            </a:r>
            <a:r>
              <a:rPr b="0">
                <a:solidFill>
                  <a:srgbClr val="546E7A"/>
                </a:solidFill>
              </a:rPr>
              <a:t>Creative Galileo branding, Little Singham IP characters, loading status bar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Technical Behavior: </a:t>
            </a:r>
            <a:r>
              <a:rPr b="0">
                <a:solidFill>
                  <a:srgbClr val="546E7A"/>
                </a:solidFill>
              </a:rPr>
              <a:t>Loads local and remote game assets, progress bar updates dynamically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Audio State: </a:t>
            </a:r>
            <a:r>
              <a:rPr b="0">
                <a:solidFill>
                  <a:srgbClr val="546E7A"/>
                </a:solidFill>
              </a:rPr>
              <a:t>Title theme intro audio plays during asset loading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Stability: </a:t>
            </a:r>
            <a:r>
              <a:rPr b="0">
                <a:solidFill>
                  <a:srgbClr val="546E7A"/>
                </a:solidFill>
              </a:rPr>
              <a:t>App launches smoothly without freezing or ANR timeouts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landscape_main_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52778"/>
            <a:ext cx="4846320" cy="21808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023360"/>
            <a:ext cx="48463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300">
                <a:solidFill>
                  <a:srgbClr val="212121"/>
                </a:solidFill>
              </a:defRPr>
            </a:pPr>
            <a:r>
              <a:t>Image 02: Main Interactive Child Hub</a:t>
            </a:r>
          </a:p>
          <a:p>
            <a:pPr>
              <a:defRPr b="1" sz="1100">
                <a:solidFill>
                  <a:srgbClr val="2E7D32"/>
                </a:solidFill>
              </a:defRPr>
            </a:pPr>
            <a:r>
              <a:t>Status: PASS (LOCKED LANDSCAPE)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Orientation: </a:t>
            </a:r>
            <a:r>
              <a:rPr b="0">
                <a:solidFill>
                  <a:srgbClr val="546E7A"/>
                </a:solidFill>
              </a:rPr>
              <a:t>Landscape (2400×1080 locked)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UI Elements: </a:t>
            </a:r>
            <a:r>
              <a:rPr b="0">
                <a:solidFill>
                  <a:srgbClr val="546E7A"/>
                </a:solidFill>
              </a:rPr>
              <a:t>Curriculum cards (English, Math, Hindi, Colors), profile badge, Parent Zone lock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Touch Target Size: </a:t>
            </a:r>
            <a:r>
              <a:rPr b="0">
                <a:solidFill>
                  <a:srgbClr val="546E7A"/>
                </a:solidFill>
              </a:rPr>
              <a:t>Large child-friendly buttons (&gt;80dp width) preventing mis-taps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Navigation: </a:t>
            </a:r>
            <a:r>
              <a:rPr b="0">
                <a:solidFill>
                  <a:srgbClr val="546E7A"/>
                </a:solidFill>
              </a:rPr>
              <a:t>Horizontal carousel swipe navigation across learning topics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Audio State: </a:t>
            </a:r>
            <a:r>
              <a:rPr b="0">
                <a:solidFill>
                  <a:srgbClr val="546E7A"/>
                </a:solidFill>
              </a:rPr>
              <a:t>Upbeat cartoon background soundtrack active (loops continuously)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8909C"/>
                </a:solidFill>
              </a:defRPr>
            </a:pPr>
            <a:r>
              <a:t>VISUAL EVIDENCE &amp; STATUS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Screen Status Detail: Parental Gate &amp; Dynamic Portrait Switch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_parental_math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73352"/>
            <a:ext cx="4754880" cy="21396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023360"/>
            <a:ext cx="47548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300">
                <a:solidFill>
                  <a:srgbClr val="212121"/>
                </a:solidFill>
              </a:defRPr>
            </a:pPr>
            <a:r>
              <a:t>Image 03: Arithmetic Parental Gate Modal</a:t>
            </a:r>
          </a:p>
          <a:p>
            <a:pPr>
              <a:defRPr b="1" sz="1100">
                <a:solidFill>
                  <a:srgbClr val="2E7D32"/>
                </a:solidFill>
              </a:defRPr>
            </a:pPr>
            <a:r>
              <a:t>Status: PASS (SECURE)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Orientation: </a:t>
            </a:r>
            <a:r>
              <a:rPr b="0">
                <a:solidFill>
                  <a:srgbClr val="546E7A"/>
                </a:solidFill>
              </a:rPr>
              <a:t>Landscape (2400×1080) overlay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Challenge Type: </a:t>
            </a:r>
            <a:r>
              <a:rPr b="0">
                <a:solidFill>
                  <a:srgbClr val="546E7A"/>
                </a:solidFill>
              </a:rPr>
              <a:t>Dynamic two-digit math question (e.g. 55 + 6 = 61)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UI Elements: </a:t>
            </a:r>
            <a:r>
              <a:rPr b="0">
                <a:solidFill>
                  <a:srgbClr val="546E7A"/>
                </a:solidFill>
              </a:rPr>
              <a:t>Arithmetic prompt, numeric input field, Submit button, Close ('✕') button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Security Purpose: </a:t>
            </a:r>
            <a:r>
              <a:rPr b="0">
                <a:solidFill>
                  <a:srgbClr val="546E7A"/>
                </a:solidFill>
              </a:rPr>
              <a:t>Prevents preschool children from exiting to billing or account settings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Failure Handling: </a:t>
            </a:r>
            <a:r>
              <a:rPr b="0">
                <a:solidFill>
                  <a:srgbClr val="546E7A"/>
                </a:solidFill>
              </a:rPr>
              <a:t>Incorrect answers refresh the challenge without locking the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portrait_parent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52778"/>
            <a:ext cx="4846320" cy="21808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023360"/>
            <a:ext cx="48463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300">
                <a:solidFill>
                  <a:srgbClr val="212121"/>
                </a:solidFill>
              </a:defRPr>
            </a:pPr>
            <a:r>
              <a:t>Image 04: Parent Zone (Dynamic Rotation)</a:t>
            </a:r>
          </a:p>
          <a:p>
            <a:pPr>
              <a:defRPr b="1" sz="1100">
                <a:solidFill>
                  <a:srgbClr val="2E7D32"/>
                </a:solidFill>
              </a:defRPr>
            </a:pPr>
            <a:r>
              <a:t>Status: PASS (DYNAMIC ROTATION)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Orientation: </a:t>
            </a:r>
            <a:r>
              <a:rPr b="0">
                <a:solidFill>
                  <a:srgbClr val="546E7A"/>
                </a:solidFill>
              </a:rPr>
              <a:t>Portrait (1080×2400 dynamic switch)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Trigger: </a:t>
            </a:r>
            <a:r>
              <a:rPr b="0">
                <a:solidFill>
                  <a:srgbClr val="546E7A"/>
                </a:solidFill>
              </a:rPr>
              <a:t>Successfully solving the math parental challenge in Image 03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UI Elements: </a:t>
            </a:r>
            <a:r>
              <a:rPr b="0">
                <a:solidFill>
                  <a:srgbClr val="546E7A"/>
                </a:solidFill>
              </a:rPr>
              <a:t>Child learning analytics, subscription management, parent preferences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Ergonomics: </a:t>
            </a:r>
            <a:r>
              <a:rPr b="0">
                <a:solidFill>
                  <a:srgbClr val="546E7A"/>
                </a:solidFill>
              </a:rPr>
              <a:t>Optimized specifically for adult single-handed vertical smartphone use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Exit Behavior: </a:t>
            </a:r>
            <a:r>
              <a:rPr b="0">
                <a:solidFill>
                  <a:srgbClr val="546E7A"/>
                </a:solidFill>
              </a:rPr>
              <a:t>Returning to child dashboard smoothly rotates device back to Landscape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8909C"/>
                </a:solidFill>
              </a:defRPr>
            </a:pPr>
            <a:r>
              <a:t>VISUAL EVIDENCE &amp; STATUS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Screen Status Detail: Audio Controls &amp; In-Game Mute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_audio_settings_bg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342" y="1508760"/>
            <a:ext cx="1110996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023360"/>
            <a:ext cx="47548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300">
                <a:solidFill>
                  <a:srgbClr val="212121"/>
                </a:solidFill>
              </a:defRPr>
            </a:pPr>
            <a:r>
              <a:t>Image 05: Background Music Toggle in Settings</a:t>
            </a:r>
          </a:p>
          <a:p>
            <a:pPr>
              <a:defRPr b="1" sz="1100">
                <a:solidFill>
                  <a:srgbClr val="2E7D32"/>
                </a:solidFill>
              </a:defRPr>
            </a:pPr>
            <a:r>
              <a:t>Status: AVAILABLE (TOGGLE ACTIVE)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Location: </a:t>
            </a:r>
            <a:r>
              <a:rPr b="0">
                <a:solidFill>
                  <a:srgbClr val="546E7A"/>
                </a:solidFill>
              </a:rPr>
              <a:t>Parent Zone &gt; Preferences Menu (Portrait 1080×2400)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Control Type: </a:t>
            </a:r>
            <a:r>
              <a:rPr b="0">
                <a:solidFill>
                  <a:srgbClr val="546E7A"/>
                </a:solidFill>
              </a:rPr>
              <a:t>Binary Switch Toggle (ON / OFF)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Function: </a:t>
            </a:r>
            <a:r>
              <a:rPr b="0">
                <a:solidFill>
                  <a:srgbClr val="546E7A"/>
                </a:solidFill>
              </a:rPr>
              <a:t>Globally mutes/unmutes background cartoon soundtrack across all screens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Persistence: </a:t>
            </a:r>
            <a:r>
              <a:rPr b="0">
                <a:solidFill>
                  <a:srgbClr val="546E7A"/>
                </a:solidFill>
              </a:rPr>
              <a:t>Selected preference is saved locally across app restarts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Slider Availability: </a:t>
            </a:r>
            <a:r>
              <a:rPr b="0">
                <a:solidFill>
                  <a:srgbClr val="546E7A"/>
                </a:solidFill>
              </a:rPr>
              <a:t>No separate volume slider bars; hardware buttons control volume level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_in_game_audio_m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52778"/>
            <a:ext cx="4846320" cy="21808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023360"/>
            <a:ext cx="48463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300">
                <a:solidFill>
                  <a:srgbClr val="212121"/>
                </a:solidFill>
              </a:defRPr>
            </a:pPr>
            <a:r>
              <a:t>Image 07: Direct In-Game Quick Mute Button</a:t>
            </a:r>
          </a:p>
          <a:p>
            <a:pPr>
              <a:defRPr b="1" sz="1100">
                <a:solidFill>
                  <a:srgbClr val="2E7D32"/>
                </a:solidFill>
              </a:defRPr>
            </a:pPr>
            <a:r>
              <a:t>Status: PASS (VERIFIED ACTIVE)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Location: </a:t>
            </a:r>
            <a:r>
              <a:rPr b="0">
                <a:solidFill>
                  <a:srgbClr val="546E7A"/>
                </a:solidFill>
              </a:rPr>
              <a:t>Top-Right corner of all interactive gameplay screens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Icon State: </a:t>
            </a:r>
            <a:r>
              <a:rPr b="0">
                <a:solidFill>
                  <a:srgbClr val="546E7A"/>
                </a:solidFill>
              </a:rPr>
              <a:t>Speaker icon toggles dynamically between Sound-ON and Mute ('✕')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Function: </a:t>
            </a:r>
            <a:r>
              <a:rPr b="0">
                <a:solidFill>
                  <a:srgbClr val="546E7A"/>
                </a:solidFill>
              </a:rPr>
              <a:t>Instant 1-touch muting of both voice instructions and BGM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Accessibility: </a:t>
            </a:r>
            <a:r>
              <a:rPr b="0">
                <a:solidFill>
                  <a:srgbClr val="546E7A"/>
                </a:solidFill>
              </a:rPr>
              <a:t>Permits quiet classroom/home play without accessing parent settings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Response Time: </a:t>
            </a:r>
            <a:r>
              <a:rPr b="0">
                <a:solidFill>
                  <a:srgbClr val="546E7A"/>
                </a:solidFill>
              </a:rPr>
              <a:t>Immediate audio cutoff without audio pops or lag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8909C"/>
                </a:solidFill>
              </a:defRPr>
            </a:pPr>
            <a:r>
              <a:t>VISUAL EVIDENCE &amp; STATUS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Screen Status Detail: Navigation &amp; Star Reward Progression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6_gameplay_navigation_butt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73352"/>
            <a:ext cx="4754880" cy="21396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023360"/>
            <a:ext cx="47548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300">
                <a:solidFill>
                  <a:srgbClr val="212121"/>
                </a:solidFill>
              </a:defRPr>
            </a:pPr>
            <a:r>
              <a:t>Image 06: Gameplay Navigation &amp; Controls</a:t>
            </a:r>
          </a:p>
          <a:p>
            <a:pPr>
              <a:defRPr b="1" sz="1100">
                <a:solidFill>
                  <a:srgbClr val="2E7D32"/>
                </a:solidFill>
              </a:defRPr>
            </a:pPr>
            <a:r>
              <a:t>Status: PASS (PRESENT &amp; ACCESSIBLE)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Orientation: </a:t>
            </a:r>
            <a:r>
              <a:rPr b="0">
                <a:solidFill>
                  <a:srgbClr val="546E7A"/>
                </a:solidFill>
              </a:rPr>
              <a:t>Landscape (2400×1080)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Back Button: </a:t>
            </a:r>
            <a:r>
              <a:rPr b="0">
                <a:solidFill>
                  <a:srgbClr val="546E7A"/>
                </a:solidFill>
              </a:rPr>
              <a:t>High-contrast circular orange button ('&lt;') positioned at top-left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Carousel Controls: </a:t>
            </a:r>
            <a:r>
              <a:rPr b="0">
                <a:solidFill>
                  <a:srgbClr val="546E7A"/>
                </a:solidFill>
              </a:rPr>
              <a:t>Left/Right arrow triggers for advancing curriculum activities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Touch Target: </a:t>
            </a:r>
            <a:r>
              <a:rPr b="0">
                <a:solidFill>
                  <a:srgbClr val="546E7A"/>
                </a:solidFill>
              </a:rPr>
              <a:t>Exceeds 48dp Android accessibility touch guideline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Exit Confirmation: </a:t>
            </a:r>
            <a:r>
              <a:rPr b="0">
                <a:solidFill>
                  <a:srgbClr val="546E7A"/>
                </a:solidFill>
              </a:rPr>
              <a:t>Navigates directly back to the curriculum category screen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_level_progress_st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52778"/>
            <a:ext cx="4846320" cy="21808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023360"/>
            <a:ext cx="48463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300">
                <a:solidFill>
                  <a:srgbClr val="212121"/>
                </a:solidFill>
              </a:defRPr>
            </a:pPr>
            <a:r>
              <a:t>Image 08: Level Progress Tube &amp; 3 Golden Stars</a:t>
            </a:r>
          </a:p>
          <a:p>
            <a:pPr>
              <a:defRPr b="1" sz="1100">
                <a:solidFill>
                  <a:srgbClr val="2E7D32"/>
                </a:solidFill>
              </a:defRPr>
            </a:pPr>
            <a:r>
              <a:t>Status: PASS (ACTIVE FEEDBACK)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Visual Mechanism: </a:t>
            </a:r>
            <a:r>
              <a:rPr b="0">
                <a:solidFill>
                  <a:srgbClr val="546E7A"/>
                </a:solidFill>
              </a:rPr>
              <a:t>Vertical filling tube that rises incrementally as tasks are solved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Milestones: </a:t>
            </a:r>
            <a:r>
              <a:rPr b="0">
                <a:solidFill>
                  <a:srgbClr val="546E7A"/>
                </a:solidFill>
              </a:rPr>
              <a:t>3 distinct golden stars positioned along the vertical track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Feedback Loop: </a:t>
            </a:r>
            <a:r>
              <a:rPr b="0">
                <a:solidFill>
                  <a:srgbClr val="546E7A"/>
                </a:solidFill>
              </a:rPr>
              <a:t>Stars ignite with visual animation upon reaching task thresholds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Game Over State: </a:t>
            </a:r>
            <a:r>
              <a:rPr b="0">
                <a:solidFill>
                  <a:srgbClr val="546E7A"/>
                </a:solidFill>
              </a:rPr>
              <a:t>No punitive 'Game Over' screen; child is encouraged to continue</a:t>
            </a:r>
          </a:p>
          <a:p>
            <a:pPr>
              <a:defRPr b="1" sz="1050">
                <a:solidFill>
                  <a:srgbClr val="37474F"/>
                </a:solidFill>
              </a:defRPr>
            </a:pPr>
            <a:r>
              <a:t>• Audio Reinforcement: </a:t>
            </a:r>
            <a:r>
              <a:rPr b="0">
                <a:solidFill>
                  <a:srgbClr val="546E7A"/>
                </a:solidFill>
              </a:rPr>
              <a:t>Positive cheer voiceover cue triggers upon star completion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8909C"/>
                </a:solidFill>
              </a:defRPr>
            </a:pPr>
            <a:r>
              <a:t>TECHNICAL AUDIT STATUS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Final Architectural &amp; Verification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237E"/>
                </a:solidFill>
              </a:defRPr>
            </a:pPr>
            <a:r>
              <a:t>LITTLE SINGHAM: PLAY &amp; LEARN — TECHNICAL AUDIT SUMMARY</a:t>
            </a:r>
          </a:p>
          <a:p>
            <a:pPr>
              <a:defRPr b="1" sz="1150">
                <a:solidFill>
                  <a:srgbClr val="2E7D32"/>
                </a:solidFill>
              </a:defRPr>
            </a:pPr>
            <a:r>
              <a:t>✔  Splash &amp; Boot Flow: </a:t>
            </a:r>
            <a:r>
              <a:rPr b="0">
                <a:solidFill>
                  <a:srgbClr val="37474F"/>
                </a:solidFill>
              </a:rPr>
              <a:t>Verified Pass. Animated intro screen with progress bar. No crash or ANR observed during hardware testing on Android 14.</a:t>
            </a:r>
          </a:p>
          <a:p>
            <a:pPr>
              <a:defRPr b="1" sz="1150">
                <a:solidFill>
                  <a:srgbClr val="2E7D32"/>
                </a:solidFill>
              </a:defRPr>
            </a:pPr>
            <a:r>
              <a:t>✔  Display &amp; Orientation Architecture: </a:t>
            </a:r>
            <a:r>
              <a:rPr b="0">
                <a:solidFill>
                  <a:srgbClr val="37474F"/>
                </a:solidFill>
              </a:rPr>
              <a:t>Dynamic Hybrid. Child gameplay is strictly locked to 2400×1080 Landscape. Parent Zone triggers an automatic hardware rotation to 1080×2400 Portrait.</a:t>
            </a:r>
          </a:p>
          <a:p>
            <a:pPr>
              <a:defRPr b="1" sz="1150">
                <a:solidFill>
                  <a:srgbClr val="2E7D32"/>
                </a:solidFill>
              </a:defRPr>
            </a:pPr>
            <a:r>
              <a:t>✔  Parental Protection Mechanism: </a:t>
            </a:r>
            <a:r>
              <a:rPr b="0">
                <a:solidFill>
                  <a:srgbClr val="37474F"/>
                </a:solidFill>
              </a:rPr>
              <a:t>Verified Pass. Two-digit arithmetic question gate (55 + 6 = 61) protects parent zone, external links, and subscription menus.</a:t>
            </a:r>
          </a:p>
          <a:p>
            <a:pPr>
              <a:defRPr b="1" sz="1150">
                <a:solidFill>
                  <a:srgbClr val="2E7D32"/>
                </a:solidFill>
              </a:defRPr>
            </a:pPr>
            <a:r>
              <a:t>✔  Audio &amp; Sound Configuration: </a:t>
            </a:r>
            <a:r>
              <a:rPr b="0">
                <a:solidFill>
                  <a:srgbClr val="37474F"/>
                </a:solidFill>
              </a:rPr>
              <a:t>Verified Available. Global BGM on/off switch in Parent Preferences; dedicated one-tap speaker mute toggle on top-right of active gameplay.</a:t>
            </a:r>
          </a:p>
          <a:p>
            <a:pPr>
              <a:defRPr b="1" sz="1150">
                <a:solidFill>
                  <a:srgbClr val="2E7D32"/>
                </a:solidFill>
              </a:defRPr>
            </a:pPr>
            <a:r>
              <a:t>✔  Navigation Architecture: </a:t>
            </a:r>
            <a:r>
              <a:rPr b="0">
                <a:solidFill>
                  <a:srgbClr val="37474F"/>
                </a:solidFill>
              </a:rPr>
              <a:t>Verified Pass. Circular orange back button ('&lt;') at top-left; carousel next/prev buttons for item browsing.</a:t>
            </a:r>
          </a:p>
          <a:p>
            <a:pPr>
              <a:defRPr b="1" sz="1150">
                <a:solidFill>
                  <a:srgbClr val="2E7D32"/>
                </a:solidFill>
              </a:defRPr>
            </a:pPr>
            <a:r>
              <a:t>✔  Scoring &amp; Motivation Mechanics: </a:t>
            </a:r>
            <a:r>
              <a:rPr b="0">
                <a:solidFill>
                  <a:srgbClr val="37474F"/>
                </a:solidFill>
              </a:rPr>
              <a:t>Verified Pass. Vertical fill meter with 1, 2, and 3 golden star milestones. No punishing fail or timeout screens; purely positive reinforcement.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