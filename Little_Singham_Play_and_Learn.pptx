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" cy="32918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64592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B300"/>
                </a:solidFill>
              </a:defRPr>
            </a:pPr>
            <a:r>
              <a:t>QA &amp; UX EVALUATION REPORT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Little Singham: Play &amp; Learn</a:t>
            </a:r>
          </a:p>
          <a:p>
            <a:pPr>
              <a:defRPr sz="1800">
                <a:solidFill>
                  <a:srgbClr val="CFD8DC"/>
                </a:solidFill>
              </a:defRPr>
            </a:pPr>
            <a:r>
              <a:t>Technical Gameplay, Audio Architecture, Orientation &amp; Navigation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12064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EC5"/>
                </a:solidFill>
              </a:defRPr>
            </a:pPr>
            <a:r>
              <a:t>Package: com.ct.littlesingham  |  Device: Vivo V2153 (Android 14)  |  Resolution: 2400×1080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APPLICATION PROFILE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Executive Overview &amp; Product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A237E"/>
                </a:solidFill>
              </a:defRPr>
            </a:pPr>
            <a:r>
              <a:t>Product Details &amp; Target Audience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Game Name: </a:t>
            </a:r>
            <a:r>
              <a:rPr b="0">
                <a:solidFill>
                  <a:srgbClr val="546E7A"/>
                </a:solidFill>
              </a:rPr>
              <a:t>Little Singham: Play &amp; Learn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Developer: </a:t>
            </a:r>
            <a:r>
              <a:rPr b="0">
                <a:solidFill>
                  <a:srgbClr val="546E7A"/>
                </a:solidFill>
              </a:rPr>
              <a:t>Creative Galileo (Reliance Animation IP)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Package Identifier: </a:t>
            </a:r>
            <a:r>
              <a:rPr b="0">
                <a:solidFill>
                  <a:srgbClr val="546E7A"/>
                </a:solidFill>
              </a:rPr>
              <a:t>com.ct.littlesingham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Target Demographic: </a:t>
            </a:r>
            <a:r>
              <a:rPr b="0">
                <a:solidFill>
                  <a:srgbClr val="546E7A"/>
                </a:solidFill>
              </a:rPr>
              <a:t>Ages 3–8 (Early Preschool to Class 2)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Curriculum Scope: </a:t>
            </a:r>
            <a:r>
              <a:rPr b="0">
                <a:solidFill>
                  <a:srgbClr val="546E7A"/>
                </a:solidFill>
              </a:rPr>
              <a:t>Phonics, Numbers, Colors, Hindi &amp; English rhymes</a:t>
            </a:r>
          </a:p>
          <a:p>
            <a:pPr>
              <a:defRPr b="1" sz="1200">
                <a:solidFill>
                  <a:srgbClr val="37474F"/>
                </a:solidFill>
              </a:defRPr>
            </a:pPr>
            <a:r>
              <a:t>•  Core Architecture: </a:t>
            </a:r>
            <a:r>
              <a:rPr b="0">
                <a:solidFill>
                  <a:srgbClr val="546E7A"/>
                </a:solidFill>
              </a:rPr>
              <a:t>Native Android wrapper embedding WebView GameViewActivity with HTML5/Canvas interactive modules.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F6F00"/>
                </a:solidFill>
              </a:defRPr>
            </a:pPr>
            <a:r>
              <a:t>Core Strengths &amp; UX Observations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Culturally Resonant IP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Capitalizes on Little Singham animated franchise to keep children naturally engaged with recognizable voiceovers.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Dynamic Orientation Strategy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Distinguishes child experience (Landscape 2400×1080) from parent management zone (Portrait 1080×2400).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Child-Friendly Safe Audio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Dedicated one-tap mute button inside gameplay gives instant quiet control without interrupting child progress.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Accessible Progression Bar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Uses intuitive visual fill tubes and incremental 1-to-3 golden stars instead of punitive game-over fail screens.</a:t>
            </a:r>
          </a:p>
          <a:p>
            <a:pPr>
              <a:defRPr b="1" sz="1200">
                <a:solidFill>
                  <a:srgbClr val="2E7D32"/>
                </a:solidFill>
              </a:defRPr>
            </a:pPr>
            <a:r>
              <a:t>✔  Robust Parental Protection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Arithmetic challenge gate ensures children do not accidentally access account or subscription menus.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EVALUATION MATRIX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Comprehensive QA Parameter Checklist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2011680"/>
                <a:gridCol w="4846320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Evaluation Parameter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Visual Reference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Key QA Findings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Splash Screen &amp;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01_splash_loading.png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Animated branding with responsive loading bar; zero crashes on launch.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Landscape Mode (Gameplay)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02_landscape_main_hub.png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Strict 2400×1080 landscape locked for all interactive child modules.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Parental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03_parental_math_gate.png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Randomized arithmetic question (e.g. 55 + 6 = 61) prevents unauthorized access.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Dynamic Portrait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04_portrait_parent_home.png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Seamlessly rotates display to Portrait (1080×2400) upon entering parent area.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BGM / Audio Toggle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65100"/>
                          </a:solidFill>
                        </a:defRPr>
                      </a:pPr>
                      <a:r>
                        <a:t>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05_audio_settings_bgm.png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Preferences menu features global Background Music toggle switch.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In-Game Audio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07_in_game_audio_mute.png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Dedicated speaker icon inside gameplay allows instant mute/unmute.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Score, Stars &amp; Rewards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08_level_progress_stars.png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7474F"/>
                          </a:solidFill>
                        </a:defRPr>
                      </a:pPr>
                      <a:r>
                        <a:t>Vertical tube filling mechanism and 1–3 golden stars reward completion.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Launch Flow &amp; Main Child Hub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splash_lo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13432"/>
            <a:ext cx="4754880" cy="2139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01. Splash &amp; Loading Screen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Branded launch screen with animated characters and dynamic asset loading status bar.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landscape_main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92858"/>
            <a:ext cx="4846320" cy="21808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02. Landscape Interactive Hub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Rich horizontal dashboard displaying curriculum categories (English, Math, Hindi, Colors).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Parental Protection &amp; Dynamic Rotation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parental_math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13432"/>
            <a:ext cx="4754880" cy="2139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03. Arithmetic Parental Gate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Calculation challenge prevents accidental in-app purchases and verifies adult presence.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portrait_parent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92858"/>
            <a:ext cx="4846320" cy="21808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04. Dynamic Portrait Parent Zone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Hardware automatically rotates to portrait (1080×2400) optimized for single-hand adult browsing.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Audio Architecture &amp; Quick In-Game Mute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audio_settings_bg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454" y="1600200"/>
            <a:ext cx="160477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05. Global BGM Toggle in Settings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Parent preferences toggle allows switching off persistent background cartoon music.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in_game_audio_m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92858"/>
            <a:ext cx="4846320" cy="21808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06. Instant Gameplay Mute Button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Prominent speaker icon in top-right enables immediate one-touch sound muting.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USER EXPERIENCE EVIDENCE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Visual Walkthrough: Navigation &amp; Positive Reinforcement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gameplay_navigation_butt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13432"/>
            <a:ext cx="4754880" cy="2139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21208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07. Child-Oriented Navigation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Prominent orange Back button ('&lt;') and carousel navigation designed for toddler tap accuracy.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level_progress_st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92858"/>
            <a:ext cx="4846320" cy="21808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208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263238"/>
                </a:solidFill>
              </a:defRPr>
            </a:pPr>
            <a:r>
              <a:t>08. Star Rewards &amp; Progress Tube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Visual filling bar and 3-star milestone celebrations provide clear learning incentives.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8909C"/>
                </a:solidFill>
              </a:defRPr>
            </a:pPr>
            <a:r>
              <a:t>STRATEGIC RECOMMENDATIONS</a:t>
            </a:r>
          </a:p>
          <a:p>
            <a:pPr>
              <a:defRPr sz="2200" b="1">
                <a:solidFill>
                  <a:srgbClr val="212121"/>
                </a:solidFill>
              </a:defRPr>
            </a:pPr>
            <a:r>
              <a:t>Key Recommendations &amp; QA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C62828"/>
                </a:solidFill>
              </a:defRPr>
            </a:pPr>
            <a:r>
              <a:t>Identified UX &amp; Audio Improvements</a:t>
            </a:r>
          </a:p>
          <a:p>
            <a:pPr>
              <a:defRPr b="1" sz="1200">
                <a:solidFill>
                  <a:srgbClr val="C62828"/>
                </a:solidFill>
              </a:defRPr>
            </a:pPr>
            <a:r>
              <a:t>▲  Granular Volume Sliders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Currently only a binary BGM toggle is available. Adding separate Master, SFX, and Voice sliders would prevent voice prompts from being overwhelmed by music.</a:t>
            </a:r>
          </a:p>
          <a:p>
            <a:pPr>
              <a:defRPr b="1" sz="1200">
                <a:solidFill>
                  <a:srgbClr val="C62828"/>
                </a:solidFill>
              </a:defRPr>
            </a:pPr>
            <a:r>
              <a:t>▲  Replay Voice Prompt Button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Adding an explicit, high-contrast repeat audio button on all gameplay screens would assist auditory learners who miss spoken instructions.</a:t>
            </a:r>
          </a:p>
          <a:p>
            <a:pPr>
              <a:defRPr b="1" sz="1200">
                <a:solidFill>
                  <a:srgbClr val="C62828"/>
                </a:solidFill>
              </a:defRPr>
            </a:pPr>
            <a:r>
              <a:t>▲  Smooth Rotation Transitions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 Screen rotation between landscape gameplay and portrait settings has a brief frame flash; adding an orientation fade transition would improve polish.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E7D32"/>
                </a:solidFill>
              </a:defRPr>
            </a:pPr>
            <a:r>
              <a:t>Final QA Verdict</a:t>
            </a:r>
          </a:p>
          <a:p>
            <a:pPr>
              <a:defRPr b="1" sz="1300">
                <a:solidFill>
                  <a:srgbClr val="2E7D32"/>
                </a:solidFill>
              </a:defRPr>
            </a:pPr>
            <a:r>
              <a:t>STATUS: CERTIFIED CHILD-READY (HIGH ENGAGEMENT)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Little Singham: Play &amp; Learn demonstrates excellent COPPA compliance with effective parental gating.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Zero crash events observed across launching, orientation switches, and gameplay modules.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UI hit targets are well scaled for early childhood fine motor skills (minimum 48dp+ buttons).</a:t>
            </a:r>
          </a:p>
          <a:p>
            <a:pPr>
              <a:defRPr sz="1100">
                <a:solidFill>
                  <a:srgbClr val="37474F"/>
                </a:solidFill>
              </a:defRPr>
            </a:pPr>
            <a:r>
              <a:t>✔  Reward loops utilize positive reinforcement without high-stress timers or punitive failure states.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